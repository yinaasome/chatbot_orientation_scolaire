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🎓 Chatbot d'Orientation Universitaire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15148" y="3840480"/>
            <a:ext cx="1242199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ACCFF"/>
                </a:solidFill>
              </a:defRPr>
            </a:pPr>
            <a:r>
              <a:rPr sz="2400" dirty="0"/>
              <a:t>Prototype </a:t>
            </a:r>
            <a:r>
              <a:rPr sz="2400" dirty="0" err="1"/>
              <a:t>Fonctionnel</a:t>
            </a:r>
            <a:r>
              <a:rPr sz="2400" dirty="0"/>
              <a:t> — Système Intelligent </a:t>
            </a:r>
            <a:r>
              <a:rPr sz="2400" dirty="0" err="1"/>
              <a:t>d'Aide</a:t>
            </a:r>
            <a:r>
              <a:rPr sz="2400" dirty="0"/>
              <a:t> à </a:t>
            </a:r>
            <a:r>
              <a:rPr sz="2400" dirty="0" err="1"/>
              <a:t>l'Orientation</a:t>
            </a:r>
            <a:r>
              <a:rPr sz="2400" dirty="0"/>
              <a:t> des Bacheliers au Burkina Faso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Problématique &amp; 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5303520"/>
          </a:xfrm>
          <a:prstGeom prst="roundRect">
            <a:avLst/>
          </a:prstGeom>
          <a:solidFill>
            <a:srgbClr val="FFF5F0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64A19"/>
                </a:solidFill>
              </a:defRPr>
            </a:pPr>
            <a:r>
              <a:t>🎯 Problématique</a:t>
            </a:r>
          </a:p>
          <a:p>
            <a:br/>
            <a:r>
              <a:t>• Difficulté des bacheliers à choisir une filière adaptée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Manque d'information centralisée sur les universités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Absence d'outil interactif personnalisé d'orientation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F0FAF4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✅ Objectifs</a:t>
            </a:r>
          </a:p>
          <a:p>
            <a:br/>
            <a:r>
              <a:t>• Proposer un chatbot intelligent pour guider les étudiants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Centraliser les infos sur universités publiques et privées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Recommandations selon série du bac, ville et domaine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Informer sur modes d'admission et logement étudiant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Architecture &amp; Fonctionnalités Clés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🔐 Authentification</a:t>
            </a:r>
          </a:p>
          <a:p>
            <a:br/>
            <a:r>
              <a:t>Inscription et connexion sécurisées avec gestion des profils étudiants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3258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💬 Chatbot IA</a:t>
            </a:r>
          </a:p>
          <a:p>
            <a:br/>
            <a:r>
              <a:t>Interface conversationnelle intelligente avec réponses contextualisées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93192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📚 Base de Connaissances</a:t>
            </a:r>
          </a:p>
          <a:p>
            <a:br/>
            <a:r>
              <a:t>Données structurées sur UFR, filières et modes d'admission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39C12"/>
                </a:solidFill>
              </a:defRPr>
            </a:pPr>
            <a:r>
              <a:t>🎯 Recommandations</a:t>
            </a:r>
          </a:p>
          <a:p>
            <a:br/>
            <a:r>
              <a:t>Suggestions selon série du bac, ville et domaine d'intérêt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🔐 Système d'Authentification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2669732"/>
          </a:xfrm>
          <a:prstGeom prst="rect">
            <a:avLst/>
          </a:prstGeom>
        </p:spPr>
      </p:pic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669280" cy="22614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Page d'Inscription — Création de compte avec email, mot de passe et rôle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Page de Connexion — Accès sécurisé à l'espace personnel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🖥️ Interface Principale du Chatbot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2497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Interface avec menu latéral (Profil, Sessions), zone de chat et messages de bienvenue personnalisés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💬 Conversation Interactive avec le Chatbot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4" y="1174651"/>
            <a:ext cx="9622302" cy="3917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Précisions sur les critères d'orientation et les modes d'admission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Exemple : étudiant série D, santé à Bobo-Dioulasso → recommandations ciblées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🏛️ Base de Connaissances — Universités Publiques (UJKZ)</a:t>
            </a:r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991641"/>
            <a:ext cx="5669280" cy="2961380"/>
          </a:xfrm>
          <a:prstGeom prst="rect">
            <a:avLst/>
          </a:prstGeom>
        </p:spPr>
      </p:pic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43" y="1070336"/>
            <a:ext cx="5669280" cy="2882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Détail des UFR : Santé, Sciences Exactes, Sciences de la Vie, Lettres-Arts-Communication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Critères d'orientation : barèmes de moyennes, série du bac, modes d'admission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🏫 Établissements et Universités Privées</a:t>
            </a:r>
          </a:p>
        </p:txBody>
      </p:sp>
      <p:pic>
        <p:nvPicPr>
          <p:cNvPr id="4" name="Picture 3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48257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USTA, ULB, Université Aube Nouvelle, UCAO/UUB avec leurs filières respectives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🎯 Affiner la Recommandation</a:t>
            </a:r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40419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66666"/>
                </a:solidFill>
              </a:defRPr>
            </a:pPr>
            <a:r>
              <a:t>Questions ciblées (série du bac, ville, domaine) pour personnaliser les recommandations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📋 Recommandations Détaillées — UNB Bobo-Dioulasso</a:t>
            </a:r>
          </a:p>
        </p:txBody>
      </p:sp>
      <p:pic>
        <p:nvPicPr>
          <p:cNvPr id="4" name="Picture 3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07008"/>
            <a:ext cx="5669280" cy="2679201"/>
          </a:xfrm>
          <a:prstGeom prst="rect">
            <a:avLst/>
          </a:prstGeom>
        </p:spPr>
      </p:pic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778232"/>
            <a:ext cx="5669280" cy="3073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Grandes écoles privées et logement étudiant (Cité Belle-ville, CENOU)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3093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Formations UNB : INSSA (Médecine, Pharmacie), UFR Sciences Techniques</a:t>
            </a:r>
          </a:p>
        </p:txBody>
      </p:sp>
      <p:pic>
        <p:nvPicPr>
          <p:cNvPr id="8" name="Picture 4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05840"/>
            <a:ext cx="5669280" cy="28375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🚀 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</a:defRPr>
            </a:pPr>
            <a:r>
              <a:t>✅ Un prototype fonctionnel et opérationnel</a:t>
            </a:r>
          </a:p>
          <a:p>
            <a:br/>
            <a:r>
              <a:t>• Interface web intuitive avec authentification sécurisée</a:t>
            </a:r>
          </a:p>
          <a:p>
            <a:pPr algn="ctr">
              <a:defRPr sz="1800">
                <a:solidFill>
                  <a:srgbClr val="DDDDDD"/>
                </a:solidFill>
              </a:defRPr>
            </a:pPr>
            <a:r>
              <a:t>• Chatbot conversationnel avec réponses contextualisées</a:t>
            </a:r>
          </a:p>
          <a:p>
            <a:pPr algn="ctr">
              <a:defRPr sz="1800">
                <a:solidFill>
                  <a:srgbClr val="DDDDDD"/>
                </a:solidFill>
              </a:defRPr>
            </a:pPr>
            <a:r>
              <a:t>• Base de données sur les universités publiques et privées</a:t>
            </a:r>
          </a:p>
          <a:p>
            <a:pPr algn="ctr">
              <a:defRPr sz="1800">
                <a:solidFill>
                  <a:srgbClr val="DDDDDD"/>
                </a:solidFill>
              </a:defRPr>
            </a:pPr>
            <a:r>
              <a:t>• Recommandations personnalisées selon le profil</a:t>
            </a:r>
          </a:p>
          <a:p>
            <a:br/>
            <a:r>
              <a:t>🔮 Perspectives d'évolution</a:t>
            </a:r>
          </a:p>
          <a:p>
            <a:br/>
            <a:r>
              <a:t>• Intégration d'un modèle LLM pour des réponses plus naturelles</a:t>
            </a:r>
          </a:p>
          <a:p>
            <a:pPr algn="ctr">
              <a:defRPr sz="1800">
                <a:solidFill>
                  <a:srgbClr val="DDDDDD"/>
                </a:solidFill>
              </a:defRPr>
            </a:pPr>
            <a:r>
              <a:t>• Extension à d'autres pays de la sous-région</a:t>
            </a:r>
          </a:p>
          <a:p>
            <a:pPr algn="ctr">
              <a:defRPr sz="1800">
                <a:solidFill>
                  <a:srgbClr val="DDDDDD"/>
                </a:solidFill>
              </a:defRPr>
            </a:pPr>
            <a:r>
              <a:t>• Module de simulation de parcours et taux de réussite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Merci pour votre attention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5203" y="3840480"/>
            <a:ext cx="564128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AACCFF"/>
                </a:solidFill>
              </a:defRPr>
            </a:pPr>
            <a:r>
              <a:rPr dirty="0"/>
              <a:t>🎓 Chatbot </a:t>
            </a:r>
            <a:r>
              <a:rPr dirty="0" err="1"/>
              <a:t>d'Orientation</a:t>
            </a:r>
            <a:r>
              <a:rPr dirty="0"/>
              <a:t> Universitaire</a:t>
            </a:r>
            <a:br>
              <a:rPr dirty="0"/>
            </a:br>
            <a:r>
              <a:rPr dirty="0"/>
              <a:t>Prototype </a:t>
            </a:r>
            <a:r>
              <a:rPr dirty="0" err="1"/>
              <a:t>Fonctionnel</a:t>
            </a:r>
            <a:r>
              <a:rPr lang="fr-FR" dirty="0"/>
              <a:t>-</a:t>
            </a:r>
            <a:r>
              <a:rPr dirty="0" err="1"/>
              <a:t>Démo</a:t>
            </a:r>
            <a:r>
              <a:rPr dirty="0"/>
              <a:t> Interactive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409</Words>
  <Application>Microsoft Office PowerPoint</Application>
  <PresentationFormat>Grand écran</PresentationFormat>
  <Paragraphs>51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2026-08-27T19:00:06Z</dcterms:modified>
  <cp:category/>
</cp:coreProperties>
</file>